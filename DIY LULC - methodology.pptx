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diy_lulc_acacia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28700" y="200025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